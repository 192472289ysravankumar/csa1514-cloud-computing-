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7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9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72" r:id="rId9"/>
    <p:sldId id="270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0D2C5-2C84-4644-894F-392B29533268}" v="19" dt="2026-09-02T06:00:52.29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>
      <p:cViewPr varScale="1">
        <p:scale>
          <a:sx n="59" d="100"/>
          <a:sy n="59" d="100"/>
        </p:scale>
        <p:origin x="68" y="1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0E512-2582-47FF-8EAA-5A6D0AFA32EF}" type="datetimeFigureOut"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C5AC0-20A7-44F7-ACAB-B159BD621A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2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92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78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63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36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19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79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70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5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5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2714" y="257810"/>
            <a:ext cx="10794365" cy="1185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7430" y="1771332"/>
            <a:ext cx="9857740" cy="399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searchoutreach.org/articles/meaningful-human-control-designing-safety-automated-driving-systems/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73170" y="1716046"/>
            <a:ext cx="10224491" cy="1309333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2800" b="1" spc="-40" dirty="0">
                <a:latin typeface="Times New Roman"/>
                <a:cs typeface="Times New Roman"/>
              </a:rPr>
              <a:t>Cloud-based AI Driver Drowsiness Monitoring System Compared With Traditional Driver Alert Systems For Improved Road Safety And Real-time Monitoring</a:t>
            </a:r>
            <a:endParaRPr lang="en-US" sz="2800" b="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2454" y="3793321"/>
            <a:ext cx="8138517" cy="385362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spc="-180" dirty="0">
                <a:latin typeface="Times New Roman"/>
                <a:cs typeface="Times New Roman"/>
              </a:rPr>
              <a:t>CSA 1514 - CLOUD  COMPUTING  AND  BIG  DATA ANALYTICS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0" y="4590199"/>
            <a:ext cx="255221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0" y="5033803"/>
            <a:ext cx="3575139" cy="1910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Jaganathan E (192521146)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Dakshin S (192511431)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Yogeshwaran M (192524363)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Sravan Kumar Y(192472289)</a:t>
            </a:r>
          </a:p>
          <a:p>
            <a:pPr marL="12700">
              <a:spcBef>
                <a:spcPts val="100"/>
              </a:spcBef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688" y="4590199"/>
            <a:ext cx="177930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IN"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079" y="5060842"/>
            <a:ext cx="28330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Govindasamy </a:t>
            </a:r>
            <a:r>
              <a:rPr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F3FA713D-9629-1023-78D5-396F7F3E5C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DB6842BA-862A-94FB-5141-7197B56466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99236"/>
            <a:ext cx="10794365" cy="1045093"/>
          </a:xfrm>
          <a:prstGeom prst="rect">
            <a:avLst/>
          </a:prstGeom>
        </p:spPr>
        <p:txBody>
          <a:bodyPr vert="horz" wrap="square" lIns="0" tIns="364426" rIns="0" bIns="0" rtlCol="0">
            <a:spAutoFit/>
          </a:bodyPr>
          <a:lstStyle/>
          <a:p>
            <a:pPr marL="2113280" algn="l">
              <a:lnSpc>
                <a:spcPct val="100000"/>
              </a:lnSpc>
              <a:spcBef>
                <a:spcPts val="130"/>
              </a:spcBef>
            </a:pPr>
            <a:r>
              <a:rPr lang="en-IN" sz="4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INTRODUCTION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0EC12-166D-59FB-983E-A4668428E4DF}"/>
              </a:ext>
            </a:extLst>
          </p:cNvPr>
          <p:cNvSpPr txBox="1"/>
          <p:nvPr/>
        </p:nvSpPr>
        <p:spPr>
          <a:xfrm>
            <a:off x="304800" y="2133600"/>
            <a:ext cx="8001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a major cause of road accidents and fatalities.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Anti-Sleep Driver Monitoring System continuously monitors the driver's alertness.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and sensors detect signs of fatigue, such as eye closure and head movement.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system techniques process the data and compare it with predefined thresholds.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drowsiness is detected, the system generates an alert to help prevent accidents.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A14149-A8E0-CBEB-7F1F-6E986109E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421" y="2133600"/>
            <a:ext cx="3276600" cy="3407986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F0F1C4D8-DCF8-E713-B0B7-B7A24BDB3F2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77471F8C-E8C9-1F7B-A518-65655B28C3C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273904"/>
            <a:ext cx="10794365" cy="830996"/>
          </a:xfrm>
          <a:prstGeom prst="rect">
            <a:avLst/>
          </a:prstGeom>
        </p:spPr>
        <p:txBody>
          <a:bodyPr vert="horz" wrap="square" lIns="0" tIns="152399" rIns="0" bIns="0" rtlCol="0">
            <a:spAutoFit/>
          </a:bodyPr>
          <a:lstStyle/>
          <a:p>
            <a:pPr marL="3208655">
              <a:lnSpc>
                <a:spcPct val="100000"/>
              </a:lnSpc>
              <a:spcBef>
                <a:spcPts val="130"/>
              </a:spcBef>
            </a:pPr>
            <a:r>
              <a:rPr lang="en-IN" sz="4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0230" y="1905000"/>
            <a:ext cx="7299198" cy="37099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driver drowsiness in real time using cameras and sensors.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monitor the driver's eye movements and facial expressions.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control system principles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alertness.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timely alerts when signs of fatigue are detected.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road safety and reduce accidents caused by driver sleepiness. 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85771" y="2071690"/>
            <a:ext cx="3143250" cy="35433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177800"/>
          </a:effectLst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4669FE70-0CAE-C18C-BA5E-DC5A525DAE8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6" name="object 4">
            <a:extLst>
              <a:ext uri="{FF2B5EF4-FFF2-40B4-BE49-F238E27FC236}">
                <a16:creationId xmlns:a16="http://schemas.microsoft.com/office/drawing/2014/main" id="{275BB63A-DD9F-830A-54F0-897D87922A0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50612" y="439548"/>
            <a:ext cx="6261468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44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406C8A-DCC5-3694-FA19-0ECFBBC40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74" y="1541652"/>
            <a:ext cx="11113477" cy="48768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CB7D979-A335-28D5-EFD7-C1398ADA39C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B97E565D-6B2C-846C-E764-83FA12D5D48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0060" y="270825"/>
            <a:ext cx="10794365" cy="991296"/>
          </a:xfrm>
          <a:prstGeom prst="rect">
            <a:avLst/>
          </a:prstGeom>
        </p:spPr>
        <p:txBody>
          <a:bodyPr vert="horz" wrap="square" lIns="0" tIns="311149" rIns="0" bIns="0" rtlCol="0">
            <a:spAutoFit/>
          </a:bodyPr>
          <a:lstStyle/>
          <a:p>
            <a:pPr marL="3143885">
              <a:lnSpc>
                <a:spcPct val="100000"/>
              </a:lnSpc>
              <a:spcBef>
                <a:spcPts val="130"/>
              </a:spcBef>
            </a:pPr>
            <a:r>
              <a:rPr lang="en-IN" sz="4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724720"/>
            <a:ext cx="7086600" cy="45429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 live video from the driver's camera and detect the face, eyes, and mouth using facial landmarks.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facial features such as Eye Aspect Ratio (EAR), Mouth Aspect Ratio (MAR), and eye-closure duration.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CNN + LSTM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features and identify drowsiness patterns.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drowsiness exceeds the threshold → Trigger alarm and send a real-time alert to the cloud server.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Repeat the monitoring process continuously → Stop when the system is switched off.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2818" y="2057400"/>
            <a:ext cx="3276600" cy="3877550"/>
          </a:xfrm>
          <a:prstGeom prst="rect">
            <a:avLst/>
          </a:prstGeom>
          <a:effectLst>
            <a:softEdge rad="304800"/>
          </a:effectLst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22BDF7B3-83B8-4CBD-EBC1-B745BCFE409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304800"/>
            <a:ext cx="1110226" cy="1031228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674B5A60-A71E-0A54-9068-1BA30ED4B8B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8817" y="18279"/>
            <a:ext cx="10794365" cy="1536317"/>
          </a:xfrm>
          <a:prstGeom prst="rect">
            <a:avLst/>
          </a:prstGeom>
        </p:spPr>
        <p:txBody>
          <a:bodyPr vert="horz" wrap="square" lIns="0" tIns="317499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9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MONITORING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DATA ACQUISITION</a:t>
            </a:r>
            <a:endParaRPr lang="en-IN" spc="-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00" y="2133600"/>
            <a:ext cx="6705600" cy="37093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capture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an in-vehicle camera.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face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captured video frames.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feature extraction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eyes, mouth, and head position.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Drowsiness-related data collection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EAR, MAR, blinking, and yawning.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transmission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collected data to the AI-based detection module.</a:t>
            </a: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6C6D7830-EBE1-1D3F-45F7-B1838A79FD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65C39609-72DC-2D64-86B0-1749E439DA9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A412A5-A41A-808C-AC92-326F73A379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10800000" flipV="1">
            <a:off x="7970960" y="2426174"/>
            <a:ext cx="3758061" cy="3124200"/>
          </a:xfrm>
          <a:prstGeom prst="rect">
            <a:avLst/>
          </a:prstGeom>
          <a:effectLst>
            <a:softEdge rad="2413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381000" y="270824"/>
            <a:ext cx="11394996" cy="1171283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870835" marR="5080" indent="-1308100" algn="ctr">
              <a:lnSpc>
                <a:spcPts val="4360"/>
              </a:lnSpc>
              <a:spcBef>
                <a:spcPts val="590"/>
              </a:spcBef>
            </a:pPr>
            <a:r>
              <a:rPr lang="en-US" sz="3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z="36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 DETECTION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ALERT</a:t>
            </a:r>
            <a:endParaRPr lang="en-US" sz="3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8B1F6-3440-98D8-A56C-9B25F41883A2}"/>
              </a:ext>
            </a:extLst>
          </p:cNvPr>
          <p:cNvSpPr txBox="1"/>
          <p:nvPr/>
        </p:nvSpPr>
        <p:spPr>
          <a:xfrm>
            <a:off x="510437" y="1676400"/>
            <a:ext cx="8046086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the captured images using image-processing techniques.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eye closure duration and blinking patterns.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measured values with predefined threshold values.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CNN–LSTM algorithm.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decision signal for activating the warning system when drowsiness is detected. 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26012E70-7CBF-7B1C-5AA8-170CD47DEC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5369B73-1F0E-5187-0889-4C78DA5F406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  <p:pic>
        <p:nvPicPr>
          <p:cNvPr id="11" name="Picture 10" descr="🚗 How I Built a Real-Time Driver Drowsiness Detection System Using Deep  Learning and Computer">
            <a:extLst>
              <a:ext uri="{FF2B5EF4-FFF2-40B4-BE49-F238E27FC236}">
                <a16:creationId xmlns:a16="http://schemas.microsoft.com/office/drawing/2014/main" id="{D3A366A7-75A4-969C-30C6-3411BE1D1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2286000"/>
            <a:ext cx="3657600" cy="3495675"/>
          </a:xfrm>
          <a:prstGeom prst="rect">
            <a:avLst/>
          </a:prstGeom>
          <a:effectLst>
            <a:softEdge rad="2286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D93CDE-D93E-9C62-F384-454B3DFA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A07C483-4658-2ED0-FF6F-26EBC03B6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05237"/>
            <a:ext cx="9798686" cy="120417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870835" marR="5080" indent="-1308100">
              <a:lnSpc>
                <a:spcPts val="4360"/>
              </a:lnSpc>
              <a:spcBef>
                <a:spcPts val="590"/>
              </a:spcBef>
            </a:pPr>
            <a:r>
              <a:rPr lang="en-US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 AND SAFETY RESPONSE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2A13959-548D-0212-D56B-A74E77B24527}"/>
              </a:ext>
            </a:extLst>
          </p:cNvPr>
          <p:cNvSpPr txBox="1"/>
          <p:nvPr/>
        </p:nvSpPr>
        <p:spPr>
          <a:xfrm>
            <a:off x="1219200" y="1981200"/>
            <a:ext cx="9372600" cy="3813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a buzzer, voice alert, or vibration when drowsiness is detected.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immediate warning signals to regain driver attention.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 the driver's response after the alert.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the warning system when the driver becomes alert again.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vehicle safety by preventing fatigue-related accidents. </a:t>
            </a: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A1C04ED3-9743-8669-4939-D7B99AF978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882B5AE5-4E24-32C2-2542-2908FF4C7B3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BF4CEA-6DB9-0A0C-F697-34F4F796F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64"/>
            <a:ext cx="12192000" cy="6838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724</Words>
  <Application>Microsoft Office PowerPoint</Application>
  <PresentationFormat>Widescreen</PresentationFormat>
  <Paragraphs>67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CSA 1514 - CLOUD  COMPUTING  AND  BIG  DATA ANALYTICS</vt:lpstr>
      <vt:lpstr>         INTRODUCTION</vt:lpstr>
      <vt:lpstr>OBJECTIVE</vt:lpstr>
      <vt:lpstr>LITERATURE REVIEW</vt:lpstr>
      <vt:lpstr>ALGORITHM</vt:lpstr>
      <vt:lpstr>MODULE 1 - DRIVER MONITORING  AND DATA ACQUISITION</vt:lpstr>
      <vt:lpstr>MODULE 2-DROWSINES DETECTION &amp; ALERT</vt:lpstr>
      <vt:lpstr>MODULE 3 - ALERT GENERATION AND SAFETY RESPONSE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CSA0837 – Python programming for Application development</dc:title>
  <dc:creator>Ganesh Sai</dc:creator>
  <cp:lastModifiedBy>Lucky Kumar</cp:lastModifiedBy>
  <cp:revision>24</cp:revision>
  <dcterms:created xsi:type="dcterms:W3CDTF">2026-02-05T10:01:27Z</dcterms:created>
  <dcterms:modified xsi:type="dcterms:W3CDTF">2026-09-02T06:04:08Z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2026-01-24T00:00:00Z</vt:filetime>
  </property>
  <property fmtid="{D5CDD505-2E9C-101B-9397-08002B2CF9AE}" pid="3" name="LastSaved">
    <vt:filetime>2026-02-05T00:00:00Z</vt:filetime>
  </property>
</Properties>
</file>